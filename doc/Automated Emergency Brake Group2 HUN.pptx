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64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 autoAdjust="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rváth Gábor Timót" userId="6b190c0b-b7a5-44d6-a153-62faea1c1e8d" providerId="ADAL" clId="{E9885F06-42F8-43E5-9640-56F69EAE1246}"/>
    <pc:docChg chg="custSel addSld modSld">
      <pc:chgData name="Horváth Gábor Timót" userId="6b190c0b-b7a5-44d6-a153-62faea1c1e8d" providerId="ADAL" clId="{E9885F06-42F8-43E5-9640-56F69EAE1246}" dt="2026-04-28T09:56:42.394" v="894" actId="20577"/>
      <pc:docMkLst>
        <pc:docMk/>
      </pc:docMkLst>
      <pc:sldChg chg="modSp mod">
        <pc:chgData name="Horváth Gábor Timót" userId="6b190c0b-b7a5-44d6-a153-62faea1c1e8d" providerId="ADAL" clId="{E9885F06-42F8-43E5-9640-56F69EAE1246}" dt="2026-04-11T10:57:16.958" v="87" actId="20577"/>
        <pc:sldMkLst>
          <pc:docMk/>
          <pc:sldMk cId="4003615494" sldId="256"/>
        </pc:sldMkLst>
        <pc:spChg chg="mod">
          <ac:chgData name="Horváth Gábor Timót" userId="6b190c0b-b7a5-44d6-a153-62faea1c1e8d" providerId="ADAL" clId="{E9885F06-42F8-43E5-9640-56F69EAE1246}" dt="2026-04-11T10:56:44.529" v="32" actId="20577"/>
          <ac:spMkLst>
            <pc:docMk/>
            <pc:sldMk cId="4003615494" sldId="256"/>
            <ac:spMk id="2" creationId="{6F5BEA70-4269-828C-9F30-E74E143463D7}"/>
          </ac:spMkLst>
        </pc:spChg>
        <pc:spChg chg="mod">
          <ac:chgData name="Horváth Gábor Timót" userId="6b190c0b-b7a5-44d6-a153-62faea1c1e8d" providerId="ADAL" clId="{E9885F06-42F8-43E5-9640-56F69EAE1246}" dt="2026-04-11T10:57:16.958" v="87" actId="20577"/>
          <ac:spMkLst>
            <pc:docMk/>
            <pc:sldMk cId="4003615494" sldId="256"/>
            <ac:spMk id="3" creationId="{65CD029E-EDC9-A39E-67C1-15FB46C6B8F9}"/>
          </ac:spMkLst>
        </pc:spChg>
      </pc:sldChg>
      <pc:sldChg chg="modSp mod">
        <pc:chgData name="Horváth Gábor Timót" userId="6b190c0b-b7a5-44d6-a153-62faea1c1e8d" providerId="ADAL" clId="{E9885F06-42F8-43E5-9640-56F69EAE1246}" dt="2026-04-11T11:21:12.637" v="335"/>
        <pc:sldMkLst>
          <pc:docMk/>
          <pc:sldMk cId="362692765" sldId="257"/>
        </pc:sldMkLst>
        <pc:spChg chg="mod">
          <ac:chgData name="Horváth Gábor Timót" userId="6b190c0b-b7a5-44d6-a153-62faea1c1e8d" providerId="ADAL" clId="{E9885F06-42F8-43E5-9640-56F69EAE1246}" dt="2026-04-11T11:08:46.415" v="97" actId="20577"/>
          <ac:spMkLst>
            <pc:docMk/>
            <pc:sldMk cId="362692765" sldId="257"/>
            <ac:spMk id="2" creationId="{2BFF7756-4CD4-B6D0-586A-B82E38AE5E03}"/>
          </ac:spMkLst>
        </pc:spChg>
        <pc:spChg chg="mod">
          <ac:chgData name="Horváth Gábor Timót" userId="6b190c0b-b7a5-44d6-a153-62faea1c1e8d" providerId="ADAL" clId="{E9885F06-42F8-43E5-9640-56F69EAE1246}" dt="2026-04-11T11:21:12.637" v="335"/>
          <ac:spMkLst>
            <pc:docMk/>
            <pc:sldMk cId="362692765" sldId="257"/>
            <ac:spMk id="3" creationId="{E7E422C7-E425-680B-C47C-E50D54BD5CD3}"/>
          </ac:spMkLst>
        </pc:spChg>
      </pc:sldChg>
      <pc:sldChg chg="modSp mod">
        <pc:chgData name="Horváth Gábor Timót" userId="6b190c0b-b7a5-44d6-a153-62faea1c1e8d" providerId="ADAL" clId="{E9885F06-42F8-43E5-9640-56F69EAE1246}" dt="2026-04-11T11:26:30.801" v="545" actId="20577"/>
        <pc:sldMkLst>
          <pc:docMk/>
          <pc:sldMk cId="2600134336" sldId="258"/>
        </pc:sldMkLst>
        <pc:spChg chg="mod">
          <ac:chgData name="Horváth Gábor Timót" userId="6b190c0b-b7a5-44d6-a153-62faea1c1e8d" providerId="ADAL" clId="{E9885F06-42F8-43E5-9640-56F69EAE1246}" dt="2026-04-11T11:10:34.779" v="121"/>
          <ac:spMkLst>
            <pc:docMk/>
            <pc:sldMk cId="2600134336" sldId="258"/>
            <ac:spMk id="2" creationId="{2096E21D-007E-CD84-6BA1-4735258F508C}"/>
          </ac:spMkLst>
        </pc:spChg>
        <pc:spChg chg="mod">
          <ac:chgData name="Horváth Gábor Timót" userId="6b190c0b-b7a5-44d6-a153-62faea1c1e8d" providerId="ADAL" clId="{E9885F06-42F8-43E5-9640-56F69EAE1246}" dt="2026-04-11T11:26:30.801" v="545" actId="20577"/>
          <ac:spMkLst>
            <pc:docMk/>
            <pc:sldMk cId="2600134336" sldId="258"/>
            <ac:spMk id="3" creationId="{1CAB24D8-10A2-AB3F-8004-16DC4D08FDCE}"/>
          </ac:spMkLst>
        </pc:spChg>
      </pc:sldChg>
      <pc:sldChg chg="modSp">
        <pc:chgData name="Horváth Gábor Timót" userId="6b190c0b-b7a5-44d6-a153-62faea1c1e8d" providerId="ADAL" clId="{E9885F06-42F8-43E5-9640-56F69EAE1246}" dt="2026-04-11T11:26:58.332" v="546"/>
        <pc:sldMkLst>
          <pc:docMk/>
          <pc:sldMk cId="3119104914" sldId="259"/>
        </pc:sldMkLst>
        <pc:spChg chg="mod">
          <ac:chgData name="Horváth Gábor Timót" userId="6b190c0b-b7a5-44d6-a153-62faea1c1e8d" providerId="ADAL" clId="{E9885F06-42F8-43E5-9640-56F69EAE1246}" dt="2026-04-11T11:15:24.021" v="274"/>
          <ac:spMkLst>
            <pc:docMk/>
            <pc:sldMk cId="3119104914" sldId="259"/>
            <ac:spMk id="2" creationId="{6C0E469C-E30D-5EBD-C97A-2EEC3EE49CF3}"/>
          </ac:spMkLst>
        </pc:spChg>
        <pc:spChg chg="mod">
          <ac:chgData name="Horváth Gábor Timót" userId="6b190c0b-b7a5-44d6-a153-62faea1c1e8d" providerId="ADAL" clId="{E9885F06-42F8-43E5-9640-56F69EAE1246}" dt="2026-04-11T11:26:58.332" v="546"/>
          <ac:spMkLst>
            <pc:docMk/>
            <pc:sldMk cId="3119104914" sldId="259"/>
            <ac:spMk id="3" creationId="{6E320CBC-5360-018B-216D-45A27D1FFC7B}"/>
          </ac:spMkLst>
        </pc:spChg>
      </pc:sldChg>
      <pc:sldChg chg="modSp mod">
        <pc:chgData name="Horváth Gábor Timót" userId="6b190c0b-b7a5-44d6-a153-62faea1c1e8d" providerId="ADAL" clId="{E9885F06-42F8-43E5-9640-56F69EAE1246}" dt="2026-04-14T08:47:46.222" v="673" actId="20577"/>
        <pc:sldMkLst>
          <pc:docMk/>
          <pc:sldMk cId="4184740914" sldId="260"/>
        </pc:sldMkLst>
        <pc:spChg chg="mod">
          <ac:chgData name="Horváth Gábor Timót" userId="6b190c0b-b7a5-44d6-a153-62faea1c1e8d" providerId="ADAL" clId="{E9885F06-42F8-43E5-9640-56F69EAE1246}" dt="2026-04-11T11:15:54.399" v="275"/>
          <ac:spMkLst>
            <pc:docMk/>
            <pc:sldMk cId="4184740914" sldId="260"/>
            <ac:spMk id="2" creationId="{B136084E-E9D3-14A3-447A-1FC4E021C41B}"/>
          </ac:spMkLst>
        </pc:spChg>
        <pc:spChg chg="mod">
          <ac:chgData name="Horváth Gábor Timót" userId="6b190c0b-b7a5-44d6-a153-62faea1c1e8d" providerId="ADAL" clId="{E9885F06-42F8-43E5-9640-56F69EAE1246}" dt="2026-04-14T08:47:46.222" v="673" actId="20577"/>
          <ac:spMkLst>
            <pc:docMk/>
            <pc:sldMk cId="4184740914" sldId="260"/>
            <ac:spMk id="3" creationId="{8316423C-1EE9-383A-4B92-4C6FB7A293F5}"/>
          </ac:spMkLst>
        </pc:spChg>
      </pc:sldChg>
      <pc:sldChg chg="modSp mod">
        <pc:chgData name="Horváth Gábor Timót" userId="6b190c0b-b7a5-44d6-a153-62faea1c1e8d" providerId="ADAL" clId="{E9885F06-42F8-43E5-9640-56F69EAE1246}" dt="2026-04-14T08:52:25.803" v="674" actId="20577"/>
        <pc:sldMkLst>
          <pc:docMk/>
          <pc:sldMk cId="3176090256" sldId="261"/>
        </pc:sldMkLst>
        <pc:spChg chg="mod">
          <ac:chgData name="Horváth Gábor Timót" userId="6b190c0b-b7a5-44d6-a153-62faea1c1e8d" providerId="ADAL" clId="{E9885F06-42F8-43E5-9640-56F69EAE1246}" dt="2026-04-11T11:18:07.359" v="329" actId="20577"/>
          <ac:spMkLst>
            <pc:docMk/>
            <pc:sldMk cId="3176090256" sldId="261"/>
            <ac:spMk id="2" creationId="{BD5A3622-BA5D-A595-B559-8252BF5E9AAD}"/>
          </ac:spMkLst>
        </pc:spChg>
        <pc:spChg chg="mod">
          <ac:chgData name="Horváth Gábor Timót" userId="6b190c0b-b7a5-44d6-a153-62faea1c1e8d" providerId="ADAL" clId="{E9885F06-42F8-43E5-9640-56F69EAE1246}" dt="2026-04-14T08:52:25.803" v="674" actId="20577"/>
          <ac:spMkLst>
            <pc:docMk/>
            <pc:sldMk cId="3176090256" sldId="261"/>
            <ac:spMk id="3" creationId="{684B1C3A-EAA6-D8F0-ABEC-4869B8975AF1}"/>
          </ac:spMkLst>
        </pc:spChg>
      </pc:sldChg>
      <pc:sldChg chg="modSp">
        <pc:chgData name="Horváth Gábor Timót" userId="6b190c0b-b7a5-44d6-a153-62faea1c1e8d" providerId="ADAL" clId="{E9885F06-42F8-43E5-9640-56F69EAE1246}" dt="2026-04-11T11:31:12.189" v="649"/>
        <pc:sldMkLst>
          <pc:docMk/>
          <pc:sldMk cId="3331289718" sldId="262"/>
        </pc:sldMkLst>
        <pc:spChg chg="mod">
          <ac:chgData name="Horváth Gábor Timót" userId="6b190c0b-b7a5-44d6-a153-62faea1c1e8d" providerId="ADAL" clId="{E9885F06-42F8-43E5-9640-56F69EAE1246}" dt="2026-04-11T11:19:47.097" v="333"/>
          <ac:spMkLst>
            <pc:docMk/>
            <pc:sldMk cId="3331289718" sldId="262"/>
            <ac:spMk id="2" creationId="{7572D1EE-3742-D53C-E76A-528B8CF71702}"/>
          </ac:spMkLst>
        </pc:spChg>
        <pc:spChg chg="mod">
          <ac:chgData name="Horváth Gábor Timót" userId="6b190c0b-b7a5-44d6-a153-62faea1c1e8d" providerId="ADAL" clId="{E9885F06-42F8-43E5-9640-56F69EAE1246}" dt="2026-04-11T11:31:12.189" v="649"/>
          <ac:spMkLst>
            <pc:docMk/>
            <pc:sldMk cId="3331289718" sldId="262"/>
            <ac:spMk id="3" creationId="{C0FCF3D4-23A9-FE83-3918-DD7F2340CF05}"/>
          </ac:spMkLst>
        </pc:spChg>
      </pc:sldChg>
      <pc:sldChg chg="modSp new mod">
        <pc:chgData name="Horváth Gábor Timót" userId="6b190c0b-b7a5-44d6-a153-62faea1c1e8d" providerId="ADAL" clId="{E9885F06-42F8-43E5-9640-56F69EAE1246}" dt="2026-04-28T09:56:42.394" v="894" actId="20577"/>
        <pc:sldMkLst>
          <pc:docMk/>
          <pc:sldMk cId="924554517" sldId="263"/>
        </pc:sldMkLst>
        <pc:spChg chg="mod">
          <ac:chgData name="Horváth Gábor Timót" userId="6b190c0b-b7a5-44d6-a153-62faea1c1e8d" providerId="ADAL" clId="{E9885F06-42F8-43E5-9640-56F69EAE1246}" dt="2026-04-19T21:32:08.228" v="687" actId="20577"/>
          <ac:spMkLst>
            <pc:docMk/>
            <pc:sldMk cId="924554517" sldId="263"/>
            <ac:spMk id="2" creationId="{BAFF35F4-B390-A234-6862-6FF124B7E8CB}"/>
          </ac:spMkLst>
        </pc:spChg>
        <pc:spChg chg="mod">
          <ac:chgData name="Horváth Gábor Timót" userId="6b190c0b-b7a5-44d6-a153-62faea1c1e8d" providerId="ADAL" clId="{E9885F06-42F8-43E5-9640-56F69EAE1246}" dt="2026-04-28T09:56:42.394" v="894" actId="20577"/>
          <ac:spMkLst>
            <pc:docMk/>
            <pc:sldMk cId="924554517" sldId="263"/>
            <ac:spMk id="3" creationId="{0827CC1D-AB15-347A-E944-787652EF894A}"/>
          </ac:spMkLst>
        </pc:spChg>
      </pc:sldChg>
      <pc:sldChg chg="modSp add mod">
        <pc:chgData name="Horváth Gábor Timót" userId="6b190c0b-b7a5-44d6-a153-62faea1c1e8d" providerId="ADAL" clId="{E9885F06-42F8-43E5-9640-56F69EAE1246}" dt="2026-04-19T21:37:27.252" v="839" actId="20577"/>
        <pc:sldMkLst>
          <pc:docMk/>
          <pc:sldMk cId="2832333463" sldId="264"/>
        </pc:sldMkLst>
        <pc:spChg chg="mod">
          <ac:chgData name="Horváth Gábor Timót" userId="6b190c0b-b7a5-44d6-a153-62faea1c1e8d" providerId="ADAL" clId="{E9885F06-42F8-43E5-9640-56F69EAE1246}" dt="2026-04-19T21:37:27.252" v="839" actId="20577"/>
          <ac:spMkLst>
            <pc:docMk/>
            <pc:sldMk cId="2832333463" sldId="264"/>
            <ac:spMk id="3" creationId="{1D7E26D1-0904-2021-C231-47F609A841B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95C7204-8DE2-A741-2F68-7D6FDB288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1052" y="561181"/>
            <a:ext cx="6496247" cy="2779623"/>
          </a:xfrm>
        </p:spPr>
        <p:txBody>
          <a:bodyPr anchor="b"/>
          <a:lstStyle>
            <a:lvl1pPr algn="l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B98C37CE-36BD-8730-9928-AA8A1A861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1052" y="3517196"/>
            <a:ext cx="6496247" cy="1655762"/>
          </a:xfrm>
        </p:spPr>
        <p:txBody>
          <a:bodyPr/>
          <a:lstStyle>
            <a:lvl1pPr marL="0" indent="0" algn="l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D75D64F-C3F8-9C1E-8863-17A1146F4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2026. 04. 28.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A61A5DF-F298-E52D-F907-6BA7F8EB0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Felhasználás kizárólag a Robert Bosch Kft. és a Széchenyi István Egyetem belső, közös megjelenéseihez.</a:t>
            </a:r>
          </a:p>
        </p:txBody>
      </p:sp>
    </p:spTree>
    <p:extLst>
      <p:ext uri="{BB962C8B-B14F-4D97-AF65-F5344CB8AC3E}">
        <p14:creationId xmlns:p14="http://schemas.microsoft.com/office/powerpoint/2010/main" val="37439230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055812A9-EB2E-D4A4-2E97-948992486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956249" cy="850933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F0BBC7D-3468-EE08-E3A2-1143C7A7C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6887"/>
            <a:ext cx="10515600" cy="4810076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5D49D0ED-E390-7538-C3DE-8FD0D435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2026. 04. 28.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EC754B8-ACE0-8B90-0575-3D697B2C1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Felhasználás kizárólag a Robert Bosch Kft. és a Széchenyi István Egyetem belső, közös megjelenéseihez.</a:t>
            </a:r>
          </a:p>
        </p:txBody>
      </p:sp>
    </p:spTree>
    <p:extLst>
      <p:ext uri="{BB962C8B-B14F-4D97-AF65-F5344CB8AC3E}">
        <p14:creationId xmlns:p14="http://schemas.microsoft.com/office/powerpoint/2010/main" val="7795159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2FB1DD0-FEDB-A411-26E6-FEBB09379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4761D52-9AC9-15D2-ABA1-6B08FFB45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6245D6B4-1973-A45A-84BC-988A99217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2026. 04. 28.</a:t>
            </a:fld>
            <a:endParaRPr lang="hu-HU" dirty="0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537489A-C8E5-5CB9-B653-2CFB99E4A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Felhasználás kizárólag a Robert Bosch Kft. és a Széchenyi István Egyetem belső, közös megjelenéseihez.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27575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69D1CDF-AF47-0247-832D-651CA1B63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9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8093865-0DB6-8913-0466-8CD8C38D15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94112"/>
            <a:ext cx="5181600" cy="4782851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hu-HU" dirty="0"/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C07B14EC-76D5-1863-6B1B-CC451C6A0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394112"/>
            <a:ext cx="5181600" cy="4782851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hu-HU" dirty="0"/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D85190F3-A317-7A6A-5F90-AC669A7A9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2026. 04. 28.</a:t>
            </a:fld>
            <a:endParaRPr lang="hu-HU" dirty="0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26FCB8E9-54C4-334C-DE1D-591B5CB03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Felhasználás kizárólag a Robert Bosch Kft. és a Széchenyi István Egyetem belső, közös megjelenéseihez.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402230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2615BD3-B634-C139-6581-6A94AFDD3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9600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Mintacím szerkesztése</a:t>
            </a:r>
            <a:endParaRPr lang="hu-HU" dirty="0"/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FE84EB64-70A4-6FA4-29DD-CFE1FAEAB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2026. 04. 28.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E12CBC24-B838-F0F2-6A1E-831C277ED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/>
              <a:t>Felhasználás kizárólag a Robert Bosch Kft. és a Széchenyi István Egyetem belső, közös megjelenéseihez.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97013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5548DAB5-EC6E-8A13-1991-7636A8BB2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816CF25-28A6-44B7-AA26-A9DDEE15FAB8}" type="datetimeFigureOut">
              <a:rPr lang="hu-HU" smtClean="0"/>
              <a:pPr/>
              <a:t>2026. 04. 28.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0DB277C1-5A5D-0EF3-3371-69D05008A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hu-HU" dirty="0"/>
              <a:t>Felhasználás kizárólag a Robert Bosch Kft. és a Széchenyi István Egyetem belső, közös megjelenéseihez.</a:t>
            </a:r>
          </a:p>
        </p:txBody>
      </p:sp>
    </p:spTree>
    <p:extLst>
      <p:ext uri="{BB962C8B-B14F-4D97-AF65-F5344CB8AC3E}">
        <p14:creationId xmlns:p14="http://schemas.microsoft.com/office/powerpoint/2010/main" val="3040361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EC61BE21-9B75-7EBA-2131-BCEF3049B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50F380B-BC39-F642-690A-3BDD028E8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1B46C49C-4FF7-8C0F-A7EE-4D158CF744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6CF25-28A6-44B7-AA26-A9DDEE15FAB8}" type="datetimeFigureOut">
              <a:rPr lang="hu-HU" smtClean="0"/>
              <a:t>2026. 04. 28.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C863EE21-E885-EAD8-E1F8-A0E10D9D64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E0B0632-0574-F41D-4D94-CA238988DF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01FF9C-95C1-4B74-BAE7-F1505A7515C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23745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F5BEA70-4269-828C-9F30-E74E143463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u-HU" dirty="0"/>
              <a:t>Automatikus Vészfék Asszisztens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65CD029E-EDC9-A39E-67C1-15FB46C6B8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Modern </a:t>
            </a:r>
            <a:r>
              <a:rPr lang="hu-HU" dirty="0" err="1"/>
              <a:t>Autoipari</a:t>
            </a:r>
            <a:r>
              <a:rPr lang="hu-HU" dirty="0"/>
              <a:t> Szoftverfejlesztés Alapjai</a:t>
            </a:r>
          </a:p>
          <a:p>
            <a:r>
              <a:rPr lang="hu-HU" dirty="0"/>
              <a:t>2-es csapat</a:t>
            </a:r>
          </a:p>
        </p:txBody>
      </p:sp>
    </p:spTree>
    <p:extLst>
      <p:ext uri="{BB962C8B-B14F-4D97-AF65-F5344CB8AC3E}">
        <p14:creationId xmlns:p14="http://schemas.microsoft.com/office/powerpoint/2010/main" val="40036154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BFF7756-4CD4-B6D0-586A-B82E38AE5E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Bevezetés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7E422C7-E425-680B-C47C-E50D54BD5C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Motiváció:</a:t>
            </a:r>
            <a:r>
              <a:rPr lang="hu-HU" dirty="0"/>
              <a:t> A közlekedésbiztonság drasztikus növelése és a </a:t>
            </a:r>
            <a:r>
              <a:rPr lang="hu-HU" dirty="0" err="1"/>
              <a:t>ráfutásos</a:t>
            </a:r>
            <a:r>
              <a:rPr lang="hu-HU" dirty="0"/>
              <a:t> balesetek autonóm megelőzése.</a:t>
            </a:r>
          </a:p>
          <a:p>
            <a:r>
              <a:rPr lang="hu-HU" b="1" dirty="0"/>
              <a:t>Lehetséges megoldások:</a:t>
            </a:r>
            <a:r>
              <a:rPr lang="hu-HU" dirty="0"/>
              <a:t> Radar, </a:t>
            </a:r>
            <a:r>
              <a:rPr lang="hu-HU" dirty="0" err="1"/>
              <a:t>LiDAR</a:t>
            </a:r>
            <a:r>
              <a:rPr lang="hu-HU" dirty="0"/>
              <a:t> és kamera alapú, szenzorfúziós felismerő rendszerek alkalmazása.</a:t>
            </a:r>
          </a:p>
          <a:p>
            <a:r>
              <a:rPr lang="hu-HU" b="1" dirty="0"/>
              <a:t>Szabványok és történelmi háttér:</a:t>
            </a:r>
            <a:r>
              <a:rPr lang="hu-HU" dirty="0"/>
              <a:t> A 90-es évek óta fejlődő technológia 2024-től kötelező az EU-ban. Az Euro NCAP 5 csillagos értékelési rendszere a fejlesztések legfőbb iparági mozgatórugója.</a:t>
            </a:r>
          </a:p>
        </p:txBody>
      </p:sp>
    </p:spTree>
    <p:extLst>
      <p:ext uri="{BB962C8B-B14F-4D97-AF65-F5344CB8AC3E}">
        <p14:creationId xmlns:p14="http://schemas.microsoft.com/office/powerpoint/2010/main" val="362692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96E21D-007E-CD84-6BA1-4735258F5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 Projekt Háttere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CAB24D8-10A2-AB3F-8004-16DC4D08F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hu-HU" b="1" dirty="0"/>
              <a:t>Csapatok:</a:t>
            </a:r>
            <a:r>
              <a:rPr lang="hu-HU" dirty="0"/>
              <a:t> A fejlesztési részfeladatokat a csapat agilis feladatmegosztással hajtja végre a </a:t>
            </a:r>
            <a:r>
              <a:rPr lang="hu-HU" dirty="0" err="1"/>
              <a:t>Product</a:t>
            </a:r>
            <a:r>
              <a:rPr lang="hu-HU" dirty="0"/>
              <a:t> </a:t>
            </a:r>
            <a:r>
              <a:rPr lang="hu-HU" dirty="0" err="1"/>
              <a:t>Owner</a:t>
            </a:r>
            <a:r>
              <a:rPr lang="hu-HU" dirty="0"/>
              <a:t> (Terméktulajdonos) és a </a:t>
            </a:r>
            <a:r>
              <a:rPr lang="hu-HU" dirty="0" err="1"/>
              <a:t>Scrum</a:t>
            </a:r>
            <a:r>
              <a:rPr lang="hu-HU" dirty="0"/>
              <a:t> Master (</a:t>
            </a:r>
            <a:r>
              <a:rPr lang="hu-HU" dirty="0" err="1"/>
              <a:t>Scrum</a:t>
            </a:r>
            <a:r>
              <a:rPr lang="hu-HU" dirty="0"/>
              <a:t> Mester) koordinálásával.</a:t>
            </a:r>
          </a:p>
          <a:p>
            <a:r>
              <a:rPr lang="hu-HU" b="1" dirty="0"/>
              <a:t>A tantárgy koncepciója:</a:t>
            </a:r>
            <a:r>
              <a:rPr lang="hu-HU" dirty="0"/>
              <a:t> A feladat egy ISO 26262 biztonsági szabványnak megfelelő, valós idejű vezetéstámogató szoftver fejlesztése.</a:t>
            </a:r>
          </a:p>
          <a:p>
            <a:r>
              <a:rPr lang="hu-HU" b="1" dirty="0"/>
              <a:t>Eszközök:</a:t>
            </a:r>
            <a:r>
              <a:rPr lang="hu-HU" dirty="0"/>
              <a:t> A fejlesztéshez ROS keretrendszert, a validációhoz egyedi szimulátort és </a:t>
            </a:r>
            <a:r>
              <a:rPr lang="hu-HU" dirty="0" err="1"/>
              <a:t>Foxglove</a:t>
            </a:r>
            <a:r>
              <a:rPr lang="hu-HU" dirty="0"/>
              <a:t> </a:t>
            </a:r>
            <a:r>
              <a:rPr lang="hu-HU" dirty="0" err="1"/>
              <a:t>vizualizátort</a:t>
            </a:r>
            <a:r>
              <a:rPr lang="hu-HU" dirty="0"/>
              <a:t> használunk.</a:t>
            </a:r>
          </a:p>
          <a:p>
            <a:r>
              <a:rPr lang="hu-HU" b="1" dirty="0"/>
              <a:t>Projekttervezés és feladatok:</a:t>
            </a:r>
            <a:r>
              <a:rPr lang="hu-HU" dirty="0"/>
              <a:t> A feladatok a fejlesztők számára hétről hétre vannak leosztva a </a:t>
            </a:r>
            <a:r>
              <a:rPr lang="hu-HU" dirty="0" err="1"/>
              <a:t>Product</a:t>
            </a:r>
            <a:r>
              <a:rPr lang="hu-HU" dirty="0"/>
              <a:t> </a:t>
            </a:r>
            <a:r>
              <a:rPr lang="hu-HU" dirty="0" err="1"/>
              <a:t>Owner</a:t>
            </a:r>
            <a:r>
              <a:rPr lang="hu-HU" dirty="0"/>
              <a:t> és a </a:t>
            </a:r>
            <a:r>
              <a:rPr lang="hu-HU" dirty="0" err="1"/>
              <a:t>Scrum</a:t>
            </a:r>
            <a:r>
              <a:rPr lang="hu-HU" dirty="0"/>
              <a:t> Master által.</a:t>
            </a:r>
          </a:p>
        </p:txBody>
      </p:sp>
    </p:spTree>
    <p:extLst>
      <p:ext uri="{BB962C8B-B14F-4D97-AF65-F5344CB8AC3E}">
        <p14:creationId xmlns:p14="http://schemas.microsoft.com/office/powerpoint/2010/main" val="2600134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AFF35F4-B390-A234-6862-6FF124B7E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Mérföldkövek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827CC1D-AB15-347A-E944-787652EF8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M1: Alapozás és Architektúra:</a:t>
            </a:r>
          </a:p>
          <a:p>
            <a:pPr lvl="1"/>
            <a:r>
              <a:rPr lang="hu-HU" dirty="0" err="1"/>
              <a:t>Skeletonok</a:t>
            </a:r>
            <a:endParaRPr lang="hu-HU" dirty="0"/>
          </a:p>
          <a:p>
            <a:pPr lvl="1"/>
            <a:r>
              <a:rPr lang="hu-HU" dirty="0" err="1"/>
              <a:t>Nodeok</a:t>
            </a:r>
            <a:r>
              <a:rPr lang="hu-HU" dirty="0"/>
              <a:t> összefűzése</a:t>
            </a:r>
          </a:p>
          <a:p>
            <a:pPr lvl="1"/>
            <a:r>
              <a:rPr lang="hu-HU" dirty="0"/>
              <a:t>Vizualizáció</a:t>
            </a:r>
          </a:p>
          <a:p>
            <a:r>
              <a:rPr lang="hu-HU" dirty="0"/>
              <a:t>M2: Funkcionális Logika:</a:t>
            </a:r>
          </a:p>
          <a:p>
            <a:pPr lvl="1"/>
            <a:r>
              <a:rPr lang="hu-HU" dirty="0"/>
              <a:t>Ütközési esemény érzékelése</a:t>
            </a:r>
          </a:p>
          <a:p>
            <a:pPr lvl="1"/>
            <a:r>
              <a:rPr lang="hu-HU" dirty="0"/>
              <a:t>Döntéshozatal</a:t>
            </a:r>
          </a:p>
          <a:p>
            <a:pPr lvl="1"/>
            <a:r>
              <a:rPr lang="hu-HU" dirty="0"/>
              <a:t>Beavatkozás</a:t>
            </a:r>
          </a:p>
          <a:p>
            <a:pPr lvl="1"/>
            <a:r>
              <a:rPr lang="hu-HU" dirty="0" err="1"/>
              <a:t>Target</a:t>
            </a:r>
            <a:r>
              <a:rPr lang="hu-HU" dirty="0"/>
              <a:t> sávon belüli vizsgálata</a:t>
            </a:r>
          </a:p>
          <a:p>
            <a:pPr lvl="1"/>
            <a:r>
              <a:rPr lang="hu-HU" dirty="0" err="1"/>
              <a:t>Jerk</a:t>
            </a:r>
            <a:r>
              <a:rPr lang="hu-HU" dirty="0"/>
              <a:t> és </a:t>
            </a:r>
            <a:r>
              <a:rPr lang="hu-HU"/>
              <a:t>Gyorsulás limit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924554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77479-E1CD-90DB-D335-AC6054FB5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0943A5C-E1A4-FD86-5FA0-6C1E7697D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Mérföldkövek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1D7E26D1-0904-2021-C231-47F609A841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M3: Rendszerintegráció és Alapvető Működés:</a:t>
            </a:r>
          </a:p>
          <a:p>
            <a:pPr lvl="1"/>
            <a:r>
              <a:rPr lang="hu-HU" dirty="0"/>
              <a:t>Ütközési esemény érzékelésének integrációja</a:t>
            </a:r>
          </a:p>
          <a:p>
            <a:pPr lvl="1"/>
            <a:r>
              <a:rPr lang="hu-HU" dirty="0"/>
              <a:t>Döntéshozatal integrációja</a:t>
            </a:r>
          </a:p>
          <a:p>
            <a:pPr lvl="1"/>
            <a:r>
              <a:rPr lang="hu-HU" dirty="0"/>
              <a:t>Beavatkozás integrációja</a:t>
            </a:r>
          </a:p>
          <a:p>
            <a:r>
              <a:rPr lang="hu-HU" dirty="0"/>
              <a:t>M4: Robusztusság és Véglegesítés:</a:t>
            </a:r>
          </a:p>
          <a:p>
            <a:pPr lvl="1"/>
            <a:r>
              <a:rPr lang="hu-HU" dirty="0"/>
              <a:t>Robusztusság</a:t>
            </a:r>
          </a:p>
          <a:p>
            <a:pPr lvl="1"/>
            <a:r>
              <a:rPr lang="hu-HU" dirty="0"/>
              <a:t>Konfigurálhatóság</a:t>
            </a:r>
          </a:p>
          <a:p>
            <a:pPr lvl="1"/>
            <a:r>
              <a:rPr lang="hu-HU" dirty="0"/>
              <a:t>Dokumentáció</a:t>
            </a:r>
          </a:p>
          <a:p>
            <a:pPr lvl="1"/>
            <a:r>
              <a:rPr lang="hu-HU"/>
              <a:t>Prezentáció</a:t>
            </a:r>
            <a:endParaRPr lang="hu-HU" dirty="0"/>
          </a:p>
          <a:p>
            <a:pPr marL="0" indent="0">
              <a:buNone/>
            </a:pPr>
            <a:endParaRPr lang="hu-HU" dirty="0"/>
          </a:p>
          <a:p>
            <a:pPr lvl="1"/>
            <a:endParaRPr lang="hu-HU" dirty="0"/>
          </a:p>
          <a:p>
            <a:pPr lvl="1"/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832333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C0E469C-E30D-5EBD-C97A-2EEC3EE49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Követelmények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E320CBC-5360-018B-216D-45A27D1FF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A rendszernek 0-50 km/h sebességtartományban, szigorúan 20 </a:t>
            </a:r>
            <a:r>
              <a:rPr lang="hu-HU" dirty="0" err="1"/>
              <a:t>ms</a:t>
            </a:r>
            <a:r>
              <a:rPr lang="hu-HU" dirty="0"/>
              <a:t>-os fix ciklusidővel kell stabilan működnie.</a:t>
            </a:r>
          </a:p>
        </p:txBody>
      </p:sp>
    </p:spTree>
    <p:extLst>
      <p:ext uri="{BB962C8B-B14F-4D97-AF65-F5344CB8AC3E}">
        <p14:creationId xmlns:p14="http://schemas.microsoft.com/office/powerpoint/2010/main" val="3119104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136084E-E9D3-14A3-447A-1FC4E021C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Implementáció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316423C-1EE9-383A-4B92-4C6FB7A29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hu-HU" b="1" dirty="0"/>
              <a:t>ROS (Robot </a:t>
            </a:r>
            <a:r>
              <a:rPr lang="hu-HU" b="1" dirty="0" err="1"/>
              <a:t>Operating</a:t>
            </a:r>
            <a:r>
              <a:rPr lang="hu-HU" b="1" dirty="0"/>
              <a:t> System):</a:t>
            </a:r>
            <a:r>
              <a:rPr lang="hu-HU" dirty="0"/>
              <a:t> A szoftverarchitektúra elosztott, </a:t>
            </a:r>
            <a:r>
              <a:rPr lang="hu-HU" dirty="0" err="1"/>
              <a:t>topic</a:t>
            </a:r>
            <a:r>
              <a:rPr lang="hu-HU" dirty="0"/>
              <a:t>-alapú kommunikációra (pl. /</a:t>
            </a:r>
            <a:r>
              <a:rPr lang="hu-HU" dirty="0" err="1"/>
              <a:t>scenario</a:t>
            </a:r>
            <a:r>
              <a:rPr lang="hu-HU" dirty="0"/>
              <a:t>, /ego) épül a keretrendszeren belül.</a:t>
            </a:r>
          </a:p>
          <a:p>
            <a:r>
              <a:rPr lang="hu-HU" b="1" dirty="0" err="1"/>
              <a:t>Node</a:t>
            </a:r>
            <a:r>
              <a:rPr lang="hu-HU" b="1" dirty="0"/>
              <a:t>-ok:</a:t>
            </a:r>
            <a:r>
              <a:rPr lang="hu-HU" dirty="0"/>
              <a:t> Három dedikált </a:t>
            </a:r>
            <a:r>
              <a:rPr lang="hu-HU" dirty="0" err="1"/>
              <a:t>node</a:t>
            </a:r>
            <a:r>
              <a:rPr lang="hu-HU" dirty="0"/>
              <a:t>-ot készítünk: Viselkedéstervezés (stratégia és célkiválasztás), Mozgástervezés (sebességprofil), és Mozgásszabályozás (kimeneti célsebesség).</a:t>
            </a:r>
          </a:p>
          <a:p>
            <a:r>
              <a:rPr lang="hu-HU" b="1" dirty="0"/>
              <a:t>Fizikai egyenletek:</a:t>
            </a:r>
            <a:r>
              <a:rPr lang="hu-HU" dirty="0"/>
              <a:t> A biztonságos fékút meghatározása a maximális gyorsulás és rántás (</a:t>
            </a:r>
            <a:r>
              <a:rPr lang="hu-HU" dirty="0" err="1"/>
              <a:t>jerk</a:t>
            </a:r>
            <a:r>
              <a:rPr lang="hu-HU" dirty="0"/>
              <a:t>) fizikai </a:t>
            </a:r>
            <a:r>
              <a:rPr lang="hu-HU" dirty="0" err="1"/>
              <a:t>korlátainak</a:t>
            </a:r>
            <a:r>
              <a:rPr lang="hu-HU" dirty="0"/>
              <a:t> figyelembevételével történik.</a:t>
            </a:r>
          </a:p>
          <a:p>
            <a:r>
              <a:rPr lang="hu-HU" b="1" dirty="0"/>
              <a:t>Kód:</a:t>
            </a:r>
            <a:r>
              <a:rPr lang="hu-HU" dirty="0"/>
              <a:t> Determinisztikus futást és egy stabil állapotgépet (Monitoring, </a:t>
            </a:r>
            <a:r>
              <a:rPr lang="hu-HU" dirty="0" err="1"/>
              <a:t>Warning</a:t>
            </a:r>
            <a:r>
              <a:rPr lang="hu-HU" dirty="0"/>
              <a:t>, </a:t>
            </a:r>
            <a:r>
              <a:rPr lang="hu-HU" dirty="0" err="1"/>
              <a:t>Full</a:t>
            </a:r>
            <a:r>
              <a:rPr lang="hu-HU" dirty="0"/>
              <a:t> </a:t>
            </a:r>
            <a:r>
              <a:rPr lang="hu-HU" dirty="0" err="1"/>
              <a:t>Brake</a:t>
            </a:r>
            <a:r>
              <a:rPr lang="hu-HU" dirty="0"/>
              <a:t>) valósítunk meg, C++ programnyelven.</a:t>
            </a:r>
          </a:p>
        </p:txBody>
      </p:sp>
    </p:spTree>
    <p:extLst>
      <p:ext uri="{BB962C8B-B14F-4D97-AF65-F5344CB8AC3E}">
        <p14:creationId xmlns:p14="http://schemas.microsoft.com/office/powerpoint/2010/main" val="41847409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D5A3622-BA5D-A595-B559-8252BF5E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Validációs koncepció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684B1C3A-EAA6-D8F0-ABEC-4869B8975A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b="1" dirty="0"/>
              <a:t>Szimuláció és koncepció:</a:t>
            </a:r>
            <a:r>
              <a:rPr lang="hu-HU" dirty="0"/>
              <a:t> A kód helyességét egy ROS-alapú szimulátorban teszteljük, ahol a környezeti adatokat valós időben vizualizáljuk.</a:t>
            </a:r>
          </a:p>
          <a:p>
            <a:r>
              <a:rPr lang="hu-HU" b="1" dirty="0"/>
              <a:t>Jármű integráció:</a:t>
            </a:r>
            <a:r>
              <a:rPr lang="hu-HU" dirty="0"/>
              <a:t> A szimulációs tesztek után a szoftver integrálása valós tesztautóba a mentorok felügyeletével </a:t>
            </a:r>
            <a:r>
              <a:rPr lang="hu-HU"/>
              <a:t>és támogatásával.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76090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572D1EE-3742-D53C-E76A-528B8CF71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Eredmények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C0FCF3D4-23A9-FE83-3918-DD7F2340CF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/>
              <a:t>A projekt végterméke a működő AEB szoftvercsomag és egy részletes szakmai dokumentáció.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331289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osch_SZE_template.potx" id="{C4552634-B2F6-48E6-9E23-3931CC04BCCE}" vid="{74F32713-61E4-4B49-AEE6-C318DB1D290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Bosch_SZE_template</Template>
  <TotalTime>54</TotalTime>
  <Words>374</Words>
  <Application>Microsoft Office PowerPoint</Application>
  <PresentationFormat>Szélesvásznú</PresentationFormat>
  <Paragraphs>46</Paragraphs>
  <Slides>9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Office-téma</vt:lpstr>
      <vt:lpstr>Automatikus Vészfék Asszisztens</vt:lpstr>
      <vt:lpstr>Bevezetés</vt:lpstr>
      <vt:lpstr>A Projekt Háttere</vt:lpstr>
      <vt:lpstr>Mérföldkövek</vt:lpstr>
      <vt:lpstr>Mérföldkövek</vt:lpstr>
      <vt:lpstr>Követelmények</vt:lpstr>
      <vt:lpstr>Implementáció</vt:lpstr>
      <vt:lpstr>Validációs koncepció</vt:lpstr>
      <vt:lpstr>Eredmények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Igneczi Gergo Ferenc (RBHU/TER-UNI-HU)</dc:creator>
  <cp:lastModifiedBy>Horváth Gábor Timót</cp:lastModifiedBy>
  <cp:revision>1</cp:revision>
  <dcterms:created xsi:type="dcterms:W3CDTF">2026-02-25T06:59:25Z</dcterms:created>
  <dcterms:modified xsi:type="dcterms:W3CDTF">2026-04-28T09:56:43Z</dcterms:modified>
</cp:coreProperties>
</file>